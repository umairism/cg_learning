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57" r:id="rId4"/>
    <p:sldId id="258" r:id="rId5"/>
    <p:sldId id="270" r:id="rId6"/>
    <p:sldId id="271" r:id="rId7"/>
    <p:sldId id="273" r:id="rId8"/>
    <p:sldId id="274" r:id="rId9"/>
    <p:sldId id="275" r:id="rId10"/>
    <p:sldId id="261" r:id="rId11"/>
    <p:sldId id="263" r:id="rId12"/>
    <p:sldId id="264" r:id="rId13"/>
    <p:sldId id="265" r:id="rId14"/>
    <p:sldId id="266" r:id="rId15"/>
    <p:sldId id="267" r:id="rId16"/>
    <p:sldId id="268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62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06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5A32-F17F-4C2A-B4B2-BBE1D36730B7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DF3A9-3208-41C3-BDCB-C81D2CC77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764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5A32-F17F-4C2A-B4B2-BBE1D36730B7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DF3A9-3208-41C3-BDCB-C81D2CC77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18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5A32-F17F-4C2A-B4B2-BBE1D36730B7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DF3A9-3208-41C3-BDCB-C81D2CC77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63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5A32-F17F-4C2A-B4B2-BBE1D36730B7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DF3A9-3208-41C3-BDCB-C81D2CC77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47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5A32-F17F-4C2A-B4B2-BBE1D36730B7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DF3A9-3208-41C3-BDCB-C81D2CC77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66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5A32-F17F-4C2A-B4B2-BBE1D36730B7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DF3A9-3208-41C3-BDCB-C81D2CC77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9551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5A32-F17F-4C2A-B4B2-BBE1D36730B7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DF3A9-3208-41C3-BDCB-C81D2CC77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234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5A32-F17F-4C2A-B4B2-BBE1D36730B7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DF3A9-3208-41C3-BDCB-C81D2CC77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6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5A32-F17F-4C2A-B4B2-BBE1D36730B7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DF3A9-3208-41C3-BDCB-C81D2CC77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45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5A32-F17F-4C2A-B4B2-BBE1D36730B7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DF3A9-3208-41C3-BDCB-C81D2CC77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678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85A32-F17F-4C2A-B4B2-BBE1D36730B7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DF3A9-3208-41C3-BDCB-C81D2CC77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0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85A32-F17F-4C2A-B4B2-BBE1D36730B7}" type="datetimeFigureOut">
              <a:rPr lang="en-US" smtClean="0"/>
              <a:t>12/22/2022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DF3A9-3208-41C3-BDCB-C81D2CC774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609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hatis.techtarget.com/definition/3-D-three-dimensions-or-three-dimensiona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Texture Mapping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954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22" t="16602" r="21706" b="16406"/>
          <a:stretch/>
        </p:blipFill>
        <p:spPr bwMode="auto">
          <a:xfrm>
            <a:off x="107504" y="116632"/>
            <a:ext cx="8928992" cy="6624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117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Texture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Texture mapping is a graphic design process in which a two-dimensional (2-D) surface, called a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texture map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is "wrapped around" a three-dimensional (</a:t>
            </a:r>
            <a:r>
              <a:rPr lang="en-US" u="sng" dirty="0">
                <a:latin typeface="Times New Roman" pitchFamily="18" charset="0"/>
                <a:cs typeface="Times New Roman" pitchFamily="18" charset="0"/>
                <a:hlinkClick r:id="rId2"/>
              </a:rPr>
              <a:t>3-D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)object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Thus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the 3-D object acquires a surface texture similar to that of the 2-D surface.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Texture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mapping is the electronic equivalent of applying wallpaper,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 paint to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a real object.</a:t>
            </a:r>
          </a:p>
        </p:txBody>
      </p:sp>
    </p:spTree>
    <p:extLst>
      <p:ext uri="{BB962C8B-B14F-4D97-AF65-F5344CB8AC3E}">
        <p14:creationId xmlns:p14="http://schemas.microsoft.com/office/powerpoint/2010/main" val="165779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Steps in Texture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Name the texture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Bind the texture to its name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Specify the parameters to use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Specify an application mode (either 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replace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or 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modify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Create the texture object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Enable texture mapping</a:t>
            </a:r>
          </a:p>
          <a:p>
            <a:pPr marL="0" indent="0"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452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Steps in the Rendering Process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Select a texture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Specify a mapping from the texture to pixels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27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Naming a Texture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Function: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glGenTextures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GLsizei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n,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GLuint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* names)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Purpose: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Returns n unused "names" (actually integers)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"names" need not be contiguous</a:t>
            </a:r>
          </a:p>
        </p:txBody>
      </p:sp>
    </p:spTree>
    <p:extLst>
      <p:ext uri="{BB962C8B-B14F-4D97-AF65-F5344CB8AC3E}">
        <p14:creationId xmlns:p14="http://schemas.microsoft.com/office/powerpoint/2010/main" val="2884805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Naming a Texture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static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GLuint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textureName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;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Get a name for the texture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glGenTextures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, &amp;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textureName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); </a:t>
            </a:r>
          </a:p>
        </p:txBody>
      </p:sp>
    </p:spTree>
    <p:extLst>
      <p:ext uri="{BB962C8B-B14F-4D97-AF65-F5344CB8AC3E}">
        <p14:creationId xmlns:p14="http://schemas.microsoft.com/office/powerpoint/2010/main" val="3935566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Binding a Texture to a Name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Function: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glBindTexture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GLenum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target,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GLuint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name)</a:t>
            </a:r>
          </a:p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The Target:</a:t>
            </a:r>
          </a:p>
          <a:p>
            <a:pPr lvl="1"/>
            <a:r>
              <a:rPr lang="en-US" dirty="0">
                <a:latin typeface="Times New Roman" pitchFamily="18" charset="0"/>
                <a:cs typeface="Times New Roman" pitchFamily="18" charset="0"/>
              </a:rPr>
              <a:t>Either GL_TEXTURE_1D, GL_TEXTURE_2D, GL_TEXTURE_3D or GL_TEXTURE_CUBE_MAP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361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Binding a Texture to a Name 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// Bind the texture object to its name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glBindTexture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(GL_TEXTURE_2D, </a:t>
            </a:r>
            <a:r>
              <a:rPr lang="en-US" sz="2800" dirty="0" err="1">
                <a:latin typeface="Times New Roman" pitchFamily="18" charset="0"/>
                <a:cs typeface="Times New Roman" pitchFamily="18" charset="0"/>
              </a:rPr>
              <a:t>textureName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);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309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Enable Texture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You need to enable texturing before drawing your scene.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Texturing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is enabled or disabled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</a:t>
            </a: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glEnable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() or </a:t>
            </a:r>
            <a:r>
              <a:rPr 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glDisable</a:t>
            </a:r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() </a:t>
            </a:r>
            <a:endParaRPr lang="en-US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with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symbolic constant GL_TEXTURE_1D or GL_TEXTURE_2D for one− or two−dimensional texturing, respectively.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both are enabled, GL_TEXTURE_2D is the one that is used.)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987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Example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&lt;GL/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&lt;GL/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glu.h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&lt;GL/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glut.h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stdlib.h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stdio.h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/* Create checkerboard texture */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#define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checkImageWidth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64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368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572149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#define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checkImageHeight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64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static </a:t>
            </a:r>
            <a:r>
              <a:rPr lang="en-US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GLubyte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checkImage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[</a:t>
            </a:r>
            <a:r>
              <a:rPr lang="en-US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checkImageHeight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][</a:t>
            </a:r>
            <a:r>
              <a:rPr lang="en-US" sz="24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checkImageWidth</a:t>
            </a:r>
            <a:r>
              <a:rPr lang="en-US" sz="24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][4];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static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GLuint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texName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400" dirty="0" err="1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makeCheckImage</a:t>
            </a:r>
            <a:r>
              <a:rPr lang="en-US" sz="2400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(void)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 int i, j, c;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(i = 0; i &lt;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checkImageHeight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 i++) {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for (j = 0; j &lt;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checkImageWidth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 j++) {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c = ((((i&amp;0x8)==0)^((j&amp;0x8))==0))*255;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checkImage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[i][j][0]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GLubyte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c;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checkImage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[i][j][1]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GLubyte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c;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checkImage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[i][j][2]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GLubyte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c;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checkImage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[i][j][3] = (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GLubyte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) 255;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} }}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37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7" y="260648"/>
            <a:ext cx="10303273" cy="57935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sz="2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init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(void)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glClearColor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(0.0, 0.0, 0.0, 0.0);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glShadeModel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(GL_FLAT);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glEnable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(GL_DEPTH_TEST);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makeCheckImage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glPixelStorei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(GL_UNPACK_ALIGNMENT, 1);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glGenTextures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(1, &amp;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texName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glBindTexture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(GL_TEXTURE_2D,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texName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glTexParameteri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GL_TEXTURE_2D, GL_TEXTURE_WRAP_S, GL_REPEAT);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glTexParameteri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GL_TEXTURE_2D, GL_TEXTURE_WRAP_T, GL_REPEAT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glTexParameteri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GL_TEXTURE_2D, GL_TEXTURE_MAG_FILTER, GL_NEAREST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glTexParameteri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GL_TEXTURE_2D, GL_TEXTURE_MIN_FILTER, GL_NEAREST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glTexImage2D(GL_TEXTURE_2D, 0, GL_RGBA,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checkImageWidth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checkImageHeight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0, GL_RGBA, GL_UNSIGNED_BYTE,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checkImage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525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640"/>
            <a:ext cx="8229600" cy="57935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void display(void)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{ 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glClear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GL_COLOR_BUFFER_BIT | GL_DEPTH_BUFFER_BIT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glEnable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(GL_TEXTURE_2D);</a:t>
            </a:r>
          </a:p>
          <a:p>
            <a:pPr marL="0" indent="0">
              <a:buNone/>
            </a:pP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glTexEnvf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GL_TEXTURE_ENV, GL_TEXTURE_ENV_MODE, GL_DECAL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glBindTexture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(GL_TEXTURE_2D,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texName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glBegin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(GL_QUADS);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glTexCoord2f(0.0, 0.0); glVertex3f(−2.0, −1.0, 0.0);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glTexCoord2f(0.0, 1.0); glVertex3f(−2.0, 1.0, 0.0);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glTexCoord2f(1.0, 1.0); glVertex3f(0.0, 1.0, 0.0);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glTexCoord2f(1.0, 0.0); glVertex3f(0.0, −1.0, 0.0);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glTexCoord2f(0.0, 0.0); glVertex3f(1.0, −1.0, 0.0);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glTexCoord2f(0.0, 1.0); glVertex3f(1.0, 1.0, 0.0);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glTexCoord2f(1.0, 1.0); glVertex3f(2.41421, 1.0, −1.41421);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glTexCoord2f(1.0, 0.0); glVertex3f(2.41421, −1.0, −1.41421);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glEnd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glFlush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glDisable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(GL_TEXTURE_2D);</a:t>
            </a:r>
          </a:p>
          <a:p>
            <a:pPr marL="0" indent="0">
              <a:buNone/>
            </a:pP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095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void reshape(int w, int h)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glViewport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(0, 0,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GLsizei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w,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GLsizei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h);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glMatrixMode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(GL_PROJECTION);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glLoadIdentity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gluPerspective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(60.0,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GLfloat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w/(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GLfloat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h, 1.0, 30.0);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glMatrixMode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(GL_MODELVIEW);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glLoadIdentity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glTranslatef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(0.0, 0.0, −3.6);</a:t>
            </a:r>
          </a:p>
          <a:p>
            <a:pPr marL="0" indent="0">
              <a:buNone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05243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8864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void keyboard (unsigned char key, int x, int y)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 switch (key) {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case 27: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exit(0);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break;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default: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break;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}}</a:t>
            </a:r>
          </a:p>
          <a:p>
            <a:pPr marL="0" indent="0">
              <a:buNone/>
            </a:pP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int main(int </a:t>
            </a:r>
            <a:r>
              <a:rPr lang="en-US" sz="1600" dirty="0" err="1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argc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, char** </a:t>
            </a:r>
            <a:r>
              <a:rPr lang="en-US" sz="1600" dirty="0" err="1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argv</a:t>
            </a:r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{ 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glutInit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(&amp;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argc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argv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glutInitDisplayMode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(GLUT_SINGLE | GLUT_RGB | GLUT_DEPTH);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glutInitWindowSize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(250, 250);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glutInitWindowPosition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(100, 100);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glutCreateWindow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argv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[0]);</a:t>
            </a:r>
          </a:p>
          <a:p>
            <a:pPr marL="0" indent="0">
              <a:buNone/>
            </a:pP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init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glutDisplayFunc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(display);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glutReshapeFunc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(reshape);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glutKeyboardFunc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(keyboard);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glutMainLoop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return 0;</a:t>
            </a:r>
          </a:p>
          <a:p>
            <a:pPr marL="0" indent="0">
              <a:buNone/>
            </a:pP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6785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764704"/>
            <a:ext cx="8229600" cy="5649491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void display() {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// Clear the screen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glClear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(GL_COLOR_BUFFER_BIT | GL_DEPTH_BUFFER_BIT);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Select the texture object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glBindTexture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(GL_TEXTURE_2D,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textureName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);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Create the teapot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glutSolidTeapot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(1.0);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Force the rendering (off-screen)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glFlush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// Handle the double buffering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sz="2400" dirty="0" err="1">
                <a:latin typeface="Times New Roman" pitchFamily="18" charset="0"/>
                <a:cs typeface="Times New Roman" pitchFamily="18" charset="0"/>
              </a:rPr>
              <a:t>glutSwapBuffers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();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 marL="0" indent="0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36445" y="178635"/>
            <a:ext cx="5544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Another Example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031880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799</Words>
  <Application>Microsoft Office PowerPoint</Application>
  <PresentationFormat>On-screen Show (4:3)</PresentationFormat>
  <Paragraphs>136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Texture Mapping</vt:lpstr>
      <vt:lpstr>PowerPoint Presentation</vt:lpstr>
      <vt:lpstr>Texture mapping</vt:lpstr>
      <vt:lpstr>Steps in Texture Mapping</vt:lpstr>
      <vt:lpstr>Steps in the Rendering Process</vt:lpstr>
      <vt:lpstr>Naming a Texture</vt:lpstr>
      <vt:lpstr>Naming a Texture </vt:lpstr>
      <vt:lpstr>Binding a Texture to a Name</vt:lpstr>
      <vt:lpstr>Binding a Texture to a Name </vt:lpstr>
      <vt:lpstr>Enable Texture Mapping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Sabina</dc:creator>
  <cp:lastModifiedBy>Sabina</cp:lastModifiedBy>
  <cp:revision>33</cp:revision>
  <dcterms:created xsi:type="dcterms:W3CDTF">2021-12-29T05:59:42Z</dcterms:created>
  <dcterms:modified xsi:type="dcterms:W3CDTF">2022-12-22T04:38:17Z</dcterms:modified>
</cp:coreProperties>
</file>